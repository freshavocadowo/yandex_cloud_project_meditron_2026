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2688b6c46410c" /><Relationship Type="http://schemas.openxmlformats.org/officeDocument/2006/relationships/extended-properties" Target="/docProps/app.xml" Id="R6ee6dcee9095471d" /><Relationship Type="http://schemas.openxmlformats.org/officeDocument/2006/relationships/officeDocument" Target="/ppt/presentation.xml" Id="R78d578d0a0ea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c5c7a17d84a23"/>
  </p:sldMasterIdLst>
  <p:notesMasterIdLst>
    <p:notesMasterId xmlns:r="http://schemas.openxmlformats.org/officeDocument/2006/relationships" r:id="R0ba1b81c222145e1"/>
  </p:notesMasterIdLst>
  <p:sldIdLst>
    <p:sldId xmlns:r="http://schemas.openxmlformats.org/officeDocument/2006/relationships" id="256" r:id="R2fa500e6743442cc"/>
    <p:sldId xmlns:r="http://schemas.openxmlformats.org/officeDocument/2006/relationships" id="257" r:id="Rb57cda0672b740f2"/>
    <p:sldId xmlns:r="http://schemas.openxmlformats.org/officeDocument/2006/relationships" id="258" r:id="Rb89e940463b145c1"/>
    <p:sldId xmlns:r="http://schemas.openxmlformats.org/officeDocument/2006/relationships" id="259" r:id="R99dd20cf225c4bca"/>
    <p:sldId xmlns:r="http://schemas.openxmlformats.org/officeDocument/2006/relationships" id="260" r:id="R43171e4912fd4cf3"/>
    <p:sldId xmlns:r="http://schemas.openxmlformats.org/officeDocument/2006/relationships" id="261" r:id="R3612bf18b2a149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5315d11f17463a" /><Relationship Type="http://schemas.openxmlformats.org/officeDocument/2006/relationships/slideMaster" Target="/ppt/slideMasters/slideMaster1.xml" Id="R2c5c5c7a17d84a23" /><Relationship Type="http://schemas.openxmlformats.org/officeDocument/2006/relationships/notesMaster" Target="/ppt/notesMasters/notesMaster1.xml" Id="R0ba1b81c222145e1" /><Relationship Type="http://schemas.openxmlformats.org/officeDocument/2006/relationships/presProps" Target="/ppt/presProps.xml" Id="Ra054e661f92b46c6" /><Relationship Type="http://schemas.openxmlformats.org/officeDocument/2006/relationships/tableStyles" Target="/ppt/tableStyles.xml" Id="Rc91ab291aa944308" /><Relationship Type="http://schemas.openxmlformats.org/officeDocument/2006/relationships/slide" Target="/ppt/slides/slide1.xml" Id="R2fa500e6743442cc" /><Relationship Type="http://schemas.openxmlformats.org/officeDocument/2006/relationships/slide" Target="/ppt/slides/slide2.xml" Id="Rb57cda0672b740f2" /><Relationship Type="http://schemas.openxmlformats.org/officeDocument/2006/relationships/slide" Target="/ppt/slides/slide3.xml" Id="Rb89e940463b145c1" /><Relationship Type="http://schemas.openxmlformats.org/officeDocument/2006/relationships/slide" Target="/ppt/slides/slide4.xml" Id="R99dd20cf225c4bca" /><Relationship Type="http://schemas.openxmlformats.org/officeDocument/2006/relationships/slide" Target="/ppt/slides/slide5.xml" Id="R43171e4912fd4cf3" /><Relationship Type="http://schemas.openxmlformats.org/officeDocument/2006/relationships/slide" Target="/ppt/slides/slide6.xml" Id="R3612bf18b2a1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454334cd05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0493851c1494b" /><Relationship Type="http://schemas.openxmlformats.org/officeDocument/2006/relationships/notesMaster" Target="/ppt/notesMasters/notesMaster1.xml" Id="R805c601e09254d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2bb77d15d4ff9" /><Relationship Type="http://schemas.openxmlformats.org/officeDocument/2006/relationships/notesMaster" Target="/ppt/notesMasters/notesMaster1.xml" Id="R0f06e9ecbb97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9f769d9a3e48a1" /><Relationship Type="http://schemas.openxmlformats.org/officeDocument/2006/relationships/notesMaster" Target="/ppt/notesMasters/notesMaster1.xml" Id="Rc8a848f39cc7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cc5fdf9d9a4dfc" /><Relationship Type="http://schemas.openxmlformats.org/officeDocument/2006/relationships/notesMaster" Target="/ppt/notesMasters/notesMaster1.xml" Id="R7e22d2ebe080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baaebc0ef49ca" /><Relationship Type="http://schemas.openxmlformats.org/officeDocument/2006/relationships/notesMaster" Target="/ppt/notesMasters/notesMaster1.xml" Id="Rc41b531e0d2f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63e2c84f4449b1" /><Relationship Type="http://schemas.openxmlformats.org/officeDocument/2006/relationships/notesMaster" Target="/ppt/notesMasters/notesMaster1.xml" Id="Rceb43a3ea4a649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PDF кейса Yandex Cloud и DOCX из пакета участника. Только синтетические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participant-output-template-50.json; PDF кейса, страницы 2–3; src/statchem/contract.py.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Код: parser.py → privacy.py → rules.py / yandex.py → pipeline.py → contract.py. Yandex API: https://aistudio.yandex.ru/ru/docs/ai-studio/operations/generation/completions-structured.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train-0001.md и reports/evidence/train-0001.json. Цитаты взяты из синтетического документа.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reports/run.json (03.10.2026), reports/audit.json, reports/developer-check.json; pytest — 25 passed. Технические эталоны не являются медицинской разметкой.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docs/demo.md, docs/quality.md. Живой API не проверен: пользователь добавит настройки позже. Docker daemon не запущен.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0634471b141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2637a9172f42f7" /><Relationship Type="http://schemas.openxmlformats.org/officeDocument/2006/relationships/slideLayout" Target="/ppt/slideLayouts/slideLayout1.xml" Id="R000fc8260827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fc8260827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0e814f82346b4" /><Relationship Type="http://schemas.openxmlformats.org/officeDocument/2006/relationships/notesSlide" Target="/ppt/notesSlides/notesSlide1.xml" Id="R93a0a918d77e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afb56d16f4d43" /><Relationship Type="http://schemas.openxmlformats.org/officeDocument/2006/relationships/notesSlide" Target="/ppt/notesSlides/notesSlide2.xml" Id="R5cbba7e2a8c9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857d6d66f4f95" /><Relationship Type="http://schemas.openxmlformats.org/officeDocument/2006/relationships/notesSlide" Target="/ppt/notesSlides/notesSlide3.xml" Id="Rf68c77f8e7fd4b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c386307a4e31" /><Relationship Type="http://schemas.openxmlformats.org/officeDocument/2006/relationships/notesSlide" Target="/ppt/notesSlides/notesSlide4.xml" Id="R2bcdbb7173fd4f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4d677510e46fc" /><Relationship Type="http://schemas.openxmlformats.org/officeDocument/2006/relationships/notesSlide" Target="/ppt/notesSlides/notesSlide5.xml" Id="Rb12c511ba830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3f249fdcd497a" /><Relationship Type="http://schemas.openxmlformats.org/officeDocument/2006/relationships/notesSlide" Target="/ppt/notesSlides/notesSlide6.xml" Id="R291c17a5acc440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336E3-7828-41F0-AD4E-2C2A4FD6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413BE-2D10-42DF-9FB7-7BBB1EE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StatChem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A5CD9-9BC4-4D3F-A78F-41E25F8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Эпикриз → 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DF8F-3A9E-4244-9EFD-D99B233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50 кардиологических признаков</a:t>
            </a:r>
          </a:p>
          <a:p xmlns:a="http://schemas.openxmlformats.org/drawingml/2006/main">
            <a:pPr>
              <a:defRPr sz="270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с проверяемыми цитатами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8AE58-8A4F-4E37-A34A-937BE3C2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MVP медицинского хакатона · 03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640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4D9B7-2D28-4A94-89C0-C4CF310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Задача и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D89A0-C6AA-48AE-A198-8E1042D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B98AE-C60C-475B-A89E-9759E1F4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C517C-695E-46E5-8A3F-C9E2DFC7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синтетических эпикризов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3961F-814D-43F9-B47E-9DDAE87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ECDF8-A197-4DAD-808D-689FB47A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8610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строковых полей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FDF0-0478-4346-B732-12FF335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97E78-1F2B-451E-976B-A1A18708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обязательных групп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9059B-01D4-40C5-B2C3-6564E941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На каждый документ — отдельный JSON по шаблону.</a:t>
            </a:r>
          </a:p>
          <a:p xmlns:a="http://schemas.openxmlformats.org/drawingml/2006/main">
            <a:pPr>
              <a:defRPr sz="24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Цитаты, координаты и предупреждения — в отдельном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357508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F7547-A89A-4472-8083-C73AE04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Архитектура приложения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4786A-97DD-4620-878B-EA2BF61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9535-1594-4EA8-B2FA-1321C05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00B30-236E-4D2A-B3C3-E56A16C5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Разделы и позиции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364B-6C39-4D05-9E48-527C8EC3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3B567-7216-480D-B791-28CACF53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Маски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EF04B-A6AB-46DE-BCD3-CA75CFCD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Natasha + правила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537C5-A219-4A51-99B3-2771A8DC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457A6-BD74-47B3-B88A-70BAED7F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Извлечение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24315-C348-42C6-A3B9-145DBCF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003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Правила + Yandex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2D278-8B9A-4BAD-90FD-7E1FD2D9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AB8CC-DAA7-4205-B463-660A6036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C401F-B835-4E4F-A044-CC3F531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003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Цитаты и контекст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72746-198E-4E31-97EF-828F4525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9512E-A063-42A9-9D9D-4A4ED5FD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2FEB3-6D5C-4C8F-9D12-2BF9997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0375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Pydantic + схема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BD46-B033-4D0B-9BA0-1F817F6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Остаточные идентификаторы блокируют отправку в API.</a:t>
            </a:r>
          </a:p>
          <a:p xmlns:a="http://schemas.openxmlformats.org/drawingml/2006/main">
            <a:pPr>
              <a:defRPr sz="240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Конфликт источников помечается для проверки специалистом.</a:t>
            </a:r>
          </a:p>
        </p:txBody>
      </p:sp>
    </p:spTree>
    <p:extLst>
      <p:ext uri="{BB962C8B-B14F-4D97-AF65-F5344CB8AC3E}">
        <p14:creationId xmlns:p14="http://schemas.microsoft.com/office/powerpoint/2010/main" val="2078563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3DBAA-5C21-4093-9FC6-34F4016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Пример проверки фактов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6211-D342-4398-8A6F-94421D1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C90E5-6130-49AB-844A-A70E571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Осмотр: пульс 92    ·    ЭКГ: ЧСС 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3B9D-6F13-488D-8242-DE818EF5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3BFCC"/>
                </a:solidFill>
                <a:latin typeface="Arial"/>
                <a:ea typeface="Arial"/>
                <a:cs typeface="Arial"/>
              </a:rPr>
              <a:t>Разные поля и разные разделы источника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9A14D-852D-4350-95AF-12167A3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Креатинин: 99    ·    контроль: 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064EB-C89D-4C0A-A6C2-B38B3E19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3BFCC"/>
                </a:solidFill>
                <a:latin typeface="Arial"/>
                <a:ea typeface="Arial"/>
                <a:cs typeface="Arial"/>
              </a:rPr>
              <a:t>В JSON выбран первичный результат 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FA15-4907-42D5-B1D0-7D560CED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Отказ от КАГ: 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FD0EB-5E64-4D8A-BA1C-36752B45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3B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3BFCC"/>
                </a:solidFill>
                <a:latin typeface="Arial"/>
                <a:ea typeface="Arial"/>
                <a:cs typeface="Arial"/>
              </a:rPr>
              <a:t>«Курение исключить» не задаёт статус курения</a:t>
            </a:r>
          </a:p>
        </p:txBody>
      </p:sp>
    </p:spTree>
    <p:extLst>
      <p:ext uri="{BB962C8B-B14F-4D97-AF65-F5344CB8AC3E}">
        <p14:creationId xmlns:p14="http://schemas.microsoft.com/office/powerpoint/2010/main" val="540067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F3D6-E82F-4EA3-BBA4-A3AC2A0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Проверка локального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6D394-A026-4766-A434-D31C1D5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B6D02-FDBA-4FAF-8F5D-83D2DB82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4B539-9730-4FA3-94FA-1FB947E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JSON прошли проверку схемы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5867-297B-4217-A816-1615DAE4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50D5C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0D5C3"/>
                </a:solidFill>
                <a:latin typeface="Arial"/>
                <a:ea typeface="Arial"/>
                <a:cs typeface="Arial"/>
              </a:rPr>
              <a:t>23,86 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2C683-255A-4E82-BEF3-2F24721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CPU · правила + Natasha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C3802-457E-4EED-89B6-59B0BB2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0 ошибок обработки и координат цитат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39 документов требуют проверки качественного описания стеноза</a:t>
            </a:r>
          </a:p>
          <a:p xmlns:a="http://schemas.openxmlformats.org/drawingml/2006/main">
            <a:pPr>
              <a:defRPr sz="22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25 тестов; 100/100 полей на двух технических эталонах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7AD97-F55B-440D-B9C8-A6C78AFB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BFCC"/>
                </a:solidFill>
                <a:latin typeface="Arial"/>
                <a:ea typeface="Arial"/>
                <a:cs typeface="Arial"/>
              </a:rPr>
              <a:t>Точность на медицински проверенной выборке и скрытых 1000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1431555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53472-D47E-4C2D-A07B-64ED401C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5F7"/>
                </a:solidFill>
                <a:latin typeface="Arial"/>
                <a:ea typeface="Arial"/>
                <a:cs typeface="Arial"/>
              </a:rPr>
              <a:t>Демонстрация и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19859-C07C-418A-BA38-7E2C62E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AF61-9D1B-451D-8F92-73C9F06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01   Открыть Streamlit и проверить эпикриз с цитатами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21467-36BF-43B2-A054-D8315869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02   Добавить ключ Yandex и выполнить check-api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C9F08-A2F2-435A-B600-0924B08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03   Согласовать код стеноза и период терапии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F964A-DEE0-4D26-8122-77B1C40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5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5F7"/>
                </a:solidFill>
                <a:latin typeface="Arial"/>
                <a:ea typeface="Arial"/>
                <a:cs typeface="Arial"/>
              </a:rPr>
              <a:t>04   Независимо разметить 20 документов и измерить точность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9DB64-C495-4126-9159-345CEA0D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3BFCC"/>
                </a:solidFill>
                <a:latin typeface="Arial"/>
                <a:ea typeface="Arial"/>
                <a:cs typeface="Arial"/>
              </a:rPr>
              <a:t>Yandex API и Docker-сборка требуют проверки в рабочем окружении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625625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2026-10-03T12:02:41.3800000Z</dcterms:created>
  <dcterms:modified xsi:type="dcterms:W3CDTF">2026-10-03T12:02:41.3800000Z</dcterms:modified>
</coreProperties>
</file>